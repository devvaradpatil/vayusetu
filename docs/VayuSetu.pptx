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800" b="1">
                <a:solidFill>
                  <a:srgbClr val="1A1C21"/>
                </a:solidFill>
                <a:latin typeface="Segoe UI"/>
              </a:rPr>
              <a:t>VayuSetu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0">
                <a:solidFill>
                  <a:srgbClr val="434750"/>
                </a:solidFill>
                <a:latin typeface="Segoe UI"/>
              </a:rPr>
              <a:t>Why the air is bad, where it is worst, and who should act — with every number measured.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57D0"/>
                </a:solidFill>
                <a:latin typeface="Segoe UI"/>
              </a:rPr>
              <a:t>Build with AI: Code for Communities · Track 02, Clean Air &amp; Climate Resilience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434750"/>
                </a:solidFill>
                <a:latin typeface="Segoe UI"/>
              </a:rPr>
              <a:t>Live: vayusetu-999960875509.asia-south1.run.app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Every AQI app tells you a number and a colour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30 million people in Delhi NCR; GRAP decisions are taken on a city average.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An average hides the locality breathing four times it, and says nothing about why.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India's response does not usually fail at detection. It fails at closure: the Green Delhi app took 84,765 complaints in 2024, 10,656 went overdue, and one department had 99 of its 183 'resolved' complaints reopened.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And the instruments themselves are unreliable: in 2025 only 270 of 562 real-time monitors gave stable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WHAT VAYUSETU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Six questions after the number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4577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7030516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Question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Answered from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What is happening?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70 CPCB monitors via OpenAQ, hourly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Can that monitor be trusted?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Four integrity checks on every reading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Where is it worst?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Each monitor against the robust median of its neighbours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Why?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NASA FIRMS fires sectored by ERA5 wind, boundary layer 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Who should act?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Gemini, over measured evidence, verified in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Was it really fixed?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Closure needs a checked photo and the measurements after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12 NOVEMBER 2025, 01:30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A real episode, explained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991B1B"/>
                </a:solidFill>
                <a:latin typeface="Segoe UI"/>
              </a:rPr>
              <a:t>407.3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µg/m³ city average — Severe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7983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1A1C21"/>
                </a:solidFill>
                <a:latin typeface="Segoe UI"/>
              </a:rPr>
              <a:t>110 m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air ceiling trapping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6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EA580C"/>
                </a:solidFill>
                <a:latin typeface="Segoe UI"/>
              </a:rPr>
              <a:t>33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fires inside the upwind fan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8029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0B57D0"/>
                </a:solidFill>
                <a:latin typeface="Segoe UI"/>
              </a:rPr>
              <a:t>0.85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Gemini's confidence, cause: crop burning</a:t>
            </a:r>
          </a:p>
        </p:txBody>
      </p:sp>
      <p:pic>
        <p:nvPicPr>
          <p:cNvPr id="8" name="Picture 7" descr="asse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0" y="3520440"/>
            <a:ext cx="617277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HYPER-LOCAL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The event the city average hid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991B1B"/>
                </a:solidFill>
                <a:latin typeface="Segoe UI"/>
              </a:rPr>
              <a:t>629 → 507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NSIT Dwarka, 3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7983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1A1C21"/>
                </a:solidFill>
                <a:latin typeface="Segoe UI"/>
              </a:rPr>
              <a:t>123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the region's median that hour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6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0B57D0"/>
                </a:solidFill>
                <a:latin typeface="Segoe UI"/>
              </a:rPr>
              <a:t>24,500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people in that square kilometre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8029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0D5323"/>
                </a:solidFill>
                <a:latin typeface="Segoe UI"/>
              </a:rPr>
              <a:t>111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confirmed event-hours, 26 localities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4577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Measurement, not a model: one monitor against the robust median of the monitors reporting in the same hour, confirmed only when it persists for two hours with distinct values.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At the peak of the smog episode it reports nothing — the whole region is Severe together. That is the correct answer, and the page says 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WHY INTEGRITY COMES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Our own headline was a broken 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The first README led with 'Arya Nagar, 918 µg/m³'. Its readings that morning: 717, 31, 559, 33, 500, 0, 886, 4, 918, 19 — while every monitor within 25 km held near 250.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22 of the 40 events we first ranked highest had faults like that nearby.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Four checks now gate every reading: stuck values, zeros during dirty air, impossible spikes, implausibly low during an episode. Thresholds set from 35,602 real readings.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51 outliers refused as sensor faults. The attribution finding survives unchanged: r = +0.57 with upwind fires, −0.48 with the air ceiling.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The same check, every CPCB monitor in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991B1B"/>
                </a:solidFill>
                <a:latin typeface="Segoe UI"/>
              </a:rPr>
              <a:t>62 of 361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monitors not trustworthy (17%)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7983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1A1C21"/>
                </a:solidFill>
                <a:latin typeface="Segoe UI"/>
              </a:rPr>
              <a:t>26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states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006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EA580C"/>
                </a:solidFill>
                <a:latin typeface="Segoe UI"/>
              </a:rPr>
              <a:t>240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monitors with a faulted hour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8029" y="1920240"/>
            <a:ext cx="2430703" cy="1371600"/>
          </a:xfrm>
          <a:prstGeom prst="rect">
            <a:avLst/>
          </a:prstGeom>
          <a:solidFill>
            <a:srgbClr val="F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3000" b="1">
                <a:solidFill>
                  <a:srgbClr val="0B57D0"/>
                </a:solidFill>
                <a:latin typeface="Segoe UI"/>
              </a:rPr>
              <a:t>985.0</a:t>
            </a:r>
          </a:p>
          <a:p>
            <a:r>
              <a:rPr sz="1250">
                <a:solidFill>
                  <a:srgbClr val="434750"/>
                </a:solidFill>
                <a:latin typeface="Segoe UI"/>
              </a:rPr>
              <a:t>µg/m³ error code in the public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4577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Exactly 985.0 appears on 8 monitors in Karnataka and Tamil Nadu for 345 hours — 214 of them at one monitor in Hassan, while the rest of the state read about 30.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Each monitor is judged against its own state's median; states too thin for a median are labelled, never reported clean. Every verdict ships with the raw readings behind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A case closes only when the evidence agrees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Measurements open a case for the agency named on the monitor itself, with a deadline: 24 h for a local event, 72 h for a broken monitor, 12 h for a regional episode.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Overdue and CAQM escalation are computed on read, so there is no scheduler to fail quietly.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To close: a site photo Gemini examines (is it genuine, is a source still visible), taken within 1 km — and the readings afterwards must show the problem gone.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 region-wide case cannot be closed with a note while the monitors still show Severe a day later. The refusal, and its reason, go in the audit trail.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Every agency and officer is a demo account: no real contact details exist in this codebase.</a:t>
            </a:r>
          </a:p>
        </p:txBody>
      </p:sp>
      <p:pic>
        <p:nvPicPr>
          <p:cNvPr id="5" name="Picture 4" descr="asse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46" y="5623560"/>
            <a:ext cx="7776002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CROSS-STATE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The fires the count stopped seeing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4577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4072"/>
                <a:gridCol w="2636443"/>
                <a:gridCol w="3515258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Punjab, Oct–Nov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Satellite fire alerts (daytime)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74,975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3,936  (−95%)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Land burned (MODIS burn scars)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17,565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8,965 km²  (−49%)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Land burned per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0.23 km²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2.28 km²  (10×)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93192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Amritsar has the most alerts and ranks 10th by land burned; Sangrur ranks 3rd by alerts and 1st by land. An inspection plan built on counts goes to the wrong districts.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Nine verification notices go to Punjab's and Haryana's boards, copied to CAQM — not blame for a given day: we tested that link and it is r = +0.32 once the season is removed.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RESIDENTS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The same facts, in the resident's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Ten Indian languages, with the advice read aloud.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Health guidance follows the CPCB band, written for someone who has never seen an AQI map.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 resident can send a photo of the haze; Gemini triages it, and it can corroborate a reading but can never set a pollution value or trigger a response on its own.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Installs as an app; the service worker never caches a reading.</a:t>
            </a:r>
          </a:p>
        </p:txBody>
      </p:sp>
      <p:pic>
        <p:nvPicPr>
          <p:cNvPr id="5" name="Picture 4" descr="asse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52807"/>
            <a:ext cx="4572000" cy="32325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RIGOUR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We tested our own ideas, and published what failed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920240"/>
          <a:ext cx="10545774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7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Claim we tested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C21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F0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Gridded ML beats interpolation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loses at every network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Satellite AOD explains the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r = +0.04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72-hour forecast beats persistence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loses at every horizon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Day-ahead Severe warning beats the calendar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+0.61 against the calendar's 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Our top hotspot was real pollution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a faulty monitor; 22 of the top 40 were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Burned area explains daily PM2.5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No — r = −0.66, the smoke hides the scars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A1C21"/>
                          </a:solidFill>
                        </a:rPr>
                        <a:t>Upwind fires + air ceiling explain episodes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434750"/>
                          </a:solidFill>
                        </a:rPr>
                        <a:t>Yes — r = +0.55 and −0.42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607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0B57D0"/>
                </a:solidFill>
                <a:latin typeface="Segoe UI"/>
              </a:rPr>
              <a:t>The model registry refuses a model that loses to its baseline. It refused ours, so none of these is in the product.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DEPLOYABILITY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Built to be run by someone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One Cloud Run service in asia-south1 serves the API and the site; `bash infra/deploy.sh` builds, deploys and smoke-tests it.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BigQuery per tenant: a new city is a bounds entry, a dataset and a backfill — the same path the national run used for 26 states.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Two open Apache-2.0 schemas so another system can consume an episode without trusting our models, validated against real output in code.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No API key in the repository or the image: Gemini's lives in Secret Manager, and Google Air Quality authenticates as the runtime service account.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0B57D0"/>
                </a:solidFill>
                <a:latin typeface="Segoe UI"/>
              </a:rPr>
              <a:t>LIMITS, STATED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1A1C21"/>
                </a:solidFill>
                <a:latin typeface="Segoe UI"/>
              </a:rPr>
              <a:t>What it does not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No forecast and no predicted hotspot map: both were falsified, so neither is served.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Hotspots are hidden by the average, not from the network — the detector needs a monitor to be there.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Attribution is correlational over one season, and counts fire alerts that now undercount burning about tenfold.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The demo is a replay of a real episode, labelled on screen, because the CPCB live feed is stalled; the Monitors tab shows Google's modelled air beside our latest measurement.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434750"/>
                </a:solidFill>
                <a:latin typeface="Segoe UI"/>
              </a:rPr>
              <a:t>—  Every agency is a demo account, and case actions would sit behind identity in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